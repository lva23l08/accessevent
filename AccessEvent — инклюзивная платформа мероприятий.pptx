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A5339-E1B8-E6EB-0D5C-5D7CB2494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90CB6C-FFED-3931-AF24-63227859B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C88AAA-7FA0-5541-6ADB-13CA0398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605ADC-15F4-1F86-35B1-162B1C4C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DAC457-CB3E-1388-6AA5-D93433CF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26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6289E-9B87-F52E-8347-E6277DF0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02D9A-D5BA-74D3-EAD1-EDDEEBD2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0BB869-6014-253C-29EF-90D8D592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E1BAE3-D1A4-BC94-D686-49A751CC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2CFC20-A0D3-6885-DB4D-914B9521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4728E-764F-6D42-72B1-CB5775F6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8009C1-D41F-2EEA-2353-7FCE5E0FF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DA4DFD-8FDF-59E7-2B7E-D1A45570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0A183C-65D4-4F78-B600-52CF63F8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2AFB75-9773-09D8-3235-5F13D514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72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C451F-83E1-D932-6E88-7319F98A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2B712B-75BE-630F-407C-F1B17170B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5B6142-559F-6704-354C-A4E911021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A451F8-4C6C-18FC-249D-C790736F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2AB9FA-1BDC-BDDE-C051-4796174D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BBCD29-9AF4-C81C-3F53-033EE5BC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11671-7E02-DBD3-28D8-AAB614082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6551DD-9832-B1ED-2042-92F3C90C6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B1526F-87B0-0C34-C1A2-D2A00832D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A8E4007-FD8D-B8CF-9C98-200773EF1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EA63E4-51F4-BE33-BF15-858D5D784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1BAB855-A00A-ADBC-993B-F9C34B3D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05F65B8-8F07-5C9C-8E51-86E48828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E0E31D-18B2-CFBA-C775-C589EF18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47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C4511-B88D-6DB9-8C55-0F776909F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AE8566-878E-2655-4ECF-3B77F857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DE65C7-9533-AC0E-376D-560F82A0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2F2FFC-4FD8-0955-E3A7-E778A4A6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53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5B7119-3ED0-3079-C102-0F0DF7EC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CD1F72-C51A-1B62-E064-76032D0E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C543CE-77EF-C8EB-6B6E-F920633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495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802D4-2164-0D34-9064-71A02BC2F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CFCA6-B157-5864-E48A-A2E32BDD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68C1B6-BB7E-95C4-AF65-85E2A67E8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B9D21-8873-A716-7770-E82C6B0D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8F33F7-9AAF-53A5-E314-FD08ADEC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5F174B-A29E-78EE-F19F-D6BA1401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50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21442-6663-589C-4CE3-4F12EFAB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62DC8F-8F75-4BCA-0F61-CB67C54E8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892A6B-2E4A-4B0B-E6F5-2FD78102B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67D444-1AE7-9BA2-1CB9-007D1B3C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D45B6A-68AB-E9B9-6DB8-84EFC25A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524D7B-CDEB-6AB7-FE22-5DB9786F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48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0C3D9-206A-91E9-8722-B40A17AF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562A2A-3A32-5B3E-F7E3-C76B10FF9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CF77A-8A13-2F22-F67D-98860AE7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384900-AA05-CB9D-CD46-F221D5B91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D00E59-3D01-6623-298B-6BAE9D35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65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8A8650-4278-0C3C-EB3B-9CA76922B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6AC056-F930-2D45-EDCD-B5AAA0BCD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38314B-4C3A-49F8-F14B-A29C9F7AD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A78E12-E9C2-D651-D55E-D79A585B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2ED227-21F7-6573-3337-1B90211D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61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48408-0F56-E7D4-15D4-EE4FABC4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218B18-6455-EA6A-FB3A-356F7BE32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3A1049-4C9D-1A72-3FC0-46731F1A6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4223A-ADB9-4DD3-A845-4A4B59DB0C1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BB2621-96C7-8CC4-E903-0A2A8E8F7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CCF0F3-9B8F-3A49-24F1-77AAD7041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3010-AF51-4F9F-8874-CE217A234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374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BD5A71-C9BA-246E-BDCB-3F1BDE7DE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95A58-D689-BE6D-63B8-B23AC5F4D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28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AccessEvent</a:t>
            </a:r>
            <a:r>
              <a:rPr lang="ru-RU" b="1" dirty="0"/>
              <a:t> — инклюзивная платформа мероприятий 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48E9F1-34DD-32FF-4D6A-C9BB9A64D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7696" y="4036886"/>
            <a:ext cx="9144000" cy="485330"/>
          </a:xfrm>
        </p:spPr>
        <p:txBody>
          <a:bodyPr/>
          <a:lstStyle/>
          <a:p>
            <a:r>
              <a:rPr lang="ru-RU" dirty="0"/>
              <a:t>Учебная практика, 3 семестр Специальность 09.02.07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5B39B-3DBA-2213-7B01-B1EBA4418474}"/>
              </a:ext>
            </a:extLst>
          </p:cNvPr>
          <p:cNvSpPr txBox="1"/>
          <p:nvPr/>
        </p:nvSpPr>
        <p:spPr>
          <a:xfrm>
            <a:off x="7671816" y="5534469"/>
            <a:ext cx="5074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ФИО: </a:t>
            </a:r>
            <a:r>
              <a:rPr lang="ru-RU" dirty="0" err="1"/>
              <a:t>Менкова</a:t>
            </a:r>
            <a:r>
              <a:rPr lang="ru-RU" dirty="0"/>
              <a:t> Екатерина Андреевна</a:t>
            </a:r>
          </a:p>
          <a:p>
            <a:r>
              <a:rPr lang="ru-RU" dirty="0"/>
              <a:t>Группа: 23ИС</a:t>
            </a:r>
          </a:p>
          <a:p>
            <a:r>
              <a:rPr lang="ru-RU" dirty="0"/>
              <a:t>Преподаватель: Фролова Кира Алексеевна </a:t>
            </a:r>
          </a:p>
          <a:p>
            <a:r>
              <a:rPr lang="ru-RU" dirty="0"/>
              <a:t>Год: 2026</a:t>
            </a:r>
          </a:p>
        </p:txBody>
      </p:sp>
    </p:spTree>
    <p:extLst>
      <p:ext uri="{BB962C8B-B14F-4D97-AF65-F5344CB8AC3E}">
        <p14:creationId xmlns:p14="http://schemas.microsoft.com/office/powerpoint/2010/main" val="12454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C2481-57EB-4F2A-719D-380A51B7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19F387-1928-6AD8-19C9-CD37D07A3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90E5B1-D2BD-2C49-D4FD-F3F0DB36E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435B3-3A17-53EC-5F11-5A8D388B5E93}"/>
              </a:ext>
            </a:extLst>
          </p:cNvPr>
          <p:cNvSpPr txBox="1"/>
          <p:nvPr/>
        </p:nvSpPr>
        <p:spPr>
          <a:xfrm>
            <a:off x="3191256" y="230188"/>
            <a:ext cx="7306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Проблема и цель проекта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44396-2870-8EE8-6BA2-507F24149854}"/>
              </a:ext>
            </a:extLst>
          </p:cNvPr>
          <p:cNvSpPr txBox="1"/>
          <p:nvPr/>
        </p:nvSpPr>
        <p:spPr>
          <a:xfrm>
            <a:off x="585216" y="1252728"/>
            <a:ext cx="57607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Проблема: </a:t>
            </a:r>
          </a:p>
          <a:p>
            <a:r>
              <a:rPr lang="ru-RU" sz="2000" dirty="0"/>
              <a:t>- Люди с нарушениями слуха исключены из онлайн-платформ мероприятий </a:t>
            </a:r>
          </a:p>
          <a:p>
            <a:r>
              <a:rPr lang="ru-RU" sz="2000" dirty="0"/>
              <a:t>- Обычные сервисы используют звуковые уведомления и голосовой контакт</a:t>
            </a:r>
          </a:p>
          <a:p>
            <a:r>
              <a:rPr lang="ru-RU" sz="2000" dirty="0"/>
              <a:t>-Нет цветовой индикации статусов и текстового чата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5A9E4-EC68-28A5-8511-B2D9DA00B06C}"/>
              </a:ext>
            </a:extLst>
          </p:cNvPr>
          <p:cNvSpPr txBox="1"/>
          <p:nvPr/>
        </p:nvSpPr>
        <p:spPr>
          <a:xfrm>
            <a:off x="475488" y="4958941"/>
            <a:ext cx="10259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Цель: Создать веб-платформу, где все ключевые события передаются визуально: цветные уведомления, чат, текстовая индикация статусов.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02DFCE-BAEE-2B65-5F3B-160BCEBC7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648" y="1263504"/>
            <a:ext cx="5064252" cy="330333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33FA388-A843-5308-41FC-6599F946C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188"/>
            <a:ext cx="12192000" cy="5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A957B2-47F5-D2EE-02AB-D00DB2B1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5DC5C8-38C8-A4D6-B8AE-C5D56058F84E}"/>
              </a:ext>
            </a:extLst>
          </p:cNvPr>
          <p:cNvSpPr txBox="1"/>
          <p:nvPr/>
        </p:nvSpPr>
        <p:spPr>
          <a:xfrm>
            <a:off x="2880360" y="0"/>
            <a:ext cx="7872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Что должна уметь платформа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D53B7A-BC79-8FF7-8320-ACE46DC87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21188"/>
            <a:ext cx="12192000" cy="53681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F818A6-3C00-1182-1BC6-855CCE703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2465334"/>
            <a:ext cx="4906060" cy="11336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35663B-524F-834A-A94C-43C62E4CC2D1}"/>
              </a:ext>
            </a:extLst>
          </p:cNvPr>
          <p:cNvSpPr txBox="1"/>
          <p:nvPr/>
        </p:nvSpPr>
        <p:spPr>
          <a:xfrm>
            <a:off x="713232" y="1216152"/>
            <a:ext cx="55686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15 функциональных требований (FR):</a:t>
            </a:r>
          </a:p>
          <a:p>
            <a:r>
              <a:rPr lang="ru-RU" dirty="0"/>
              <a:t>• Регистрация, вход, JWT-авторизация</a:t>
            </a:r>
          </a:p>
          <a:p>
            <a:r>
              <a:rPr lang="ru-RU" dirty="0"/>
              <a:t>• Создание и просмотр мероприятий</a:t>
            </a:r>
          </a:p>
          <a:p>
            <a:r>
              <a:rPr lang="ru-RU" dirty="0"/>
              <a:t>• Регистрация на мероприятия</a:t>
            </a:r>
          </a:p>
          <a:p>
            <a:r>
              <a:rPr lang="ru-RU" dirty="0"/>
              <a:t>• Чат, отзывы, уведомления</a:t>
            </a:r>
          </a:p>
          <a:p>
            <a:r>
              <a:rPr lang="ru-RU" b="1" dirty="0"/>
              <a:t>8 нефункциональных требований (NFR):</a:t>
            </a:r>
          </a:p>
          <a:p>
            <a:r>
              <a:rPr lang="ru-RU" dirty="0"/>
              <a:t>• WCAG 2.1 AA — стандарт доступности</a:t>
            </a:r>
            <a:r>
              <a:rPr lang="en-US" dirty="0"/>
              <a:t>, </a:t>
            </a:r>
            <a:r>
              <a:rPr lang="ru-RU" dirty="0"/>
              <a:t> </a:t>
            </a:r>
            <a:r>
              <a:rPr lang="ru-RU" dirty="0" err="1"/>
              <a:t>междунородный</a:t>
            </a:r>
            <a:r>
              <a:rPr lang="ru-RU" dirty="0"/>
              <a:t> набор правил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• Визуальные уведомления без звука</a:t>
            </a:r>
          </a:p>
          <a:p>
            <a:r>
              <a:rPr lang="ru-RU" dirty="0"/>
              <a:t>• Адаптивный интерфейс</a:t>
            </a:r>
          </a:p>
          <a:p>
            <a:r>
              <a:rPr lang="ru-RU" dirty="0"/>
              <a:t>• Безопасность (хеширование, ORM) Главный стейкхолдер - участник с нарушением слуха User </a:t>
            </a:r>
          </a:p>
          <a:p>
            <a:r>
              <a:rPr lang="ru-RU" dirty="0" err="1"/>
              <a:t>Stories</a:t>
            </a:r>
            <a:r>
              <a:rPr lang="ru-RU" dirty="0"/>
              <a:t>: 15 (визуальные уведомления, чат, цветовые статусы)</a:t>
            </a:r>
          </a:p>
          <a:p>
            <a:r>
              <a:rPr lang="ru-RU" dirty="0"/>
              <a:t>Подробнее: docs/requirements.md</a:t>
            </a:r>
          </a:p>
        </p:txBody>
      </p:sp>
    </p:spTree>
    <p:extLst>
      <p:ext uri="{BB962C8B-B14F-4D97-AF65-F5344CB8AC3E}">
        <p14:creationId xmlns:p14="http://schemas.microsoft.com/office/powerpoint/2010/main" val="375512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2EF03F-7466-FC2A-49BD-3DD58DA3E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A2B945-ADDD-29D0-3686-8C2300581288}"/>
              </a:ext>
            </a:extLst>
          </p:cNvPr>
          <p:cNvSpPr txBox="1"/>
          <p:nvPr/>
        </p:nvSpPr>
        <p:spPr>
          <a:xfrm>
            <a:off x="3264408" y="60882"/>
            <a:ext cx="8723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Как устроена платформа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98308-6A6E-4CDD-2C09-BB94F8512F31}"/>
              </a:ext>
            </a:extLst>
          </p:cNvPr>
          <p:cNvSpPr txBox="1"/>
          <p:nvPr/>
        </p:nvSpPr>
        <p:spPr>
          <a:xfrm>
            <a:off x="329184" y="1472184"/>
            <a:ext cx="115214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3 части системы:</a:t>
            </a:r>
          </a:p>
          <a:p>
            <a:r>
              <a:rPr lang="ru-RU" sz="3200" dirty="0"/>
              <a:t>🖥️  Клиент — то, что видит пользователь  (страницы, кнопки, формы)</a:t>
            </a:r>
          </a:p>
          <a:p>
            <a:r>
              <a:rPr lang="ru-RU" sz="3200" dirty="0"/>
              <a:t>⚙️  Сервер — мозг системы  (обрабатывает запросы, проверяет вход)</a:t>
            </a:r>
          </a:p>
          <a:p>
            <a:r>
              <a:rPr lang="ru-RU" sz="3200" dirty="0"/>
              <a:t>💾  База данных — хранит информацию  (пользователи, мероприятия, записи)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474170C-E216-7A0D-BFF4-001BB69D8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21188"/>
            <a:ext cx="12192000" cy="5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D67C99-E9B4-1F1E-4F75-2A7D36CB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9CE09C-1BBE-2BCC-6E1D-562F715E3ABB}"/>
              </a:ext>
            </a:extLst>
          </p:cNvPr>
          <p:cNvSpPr txBox="1"/>
          <p:nvPr/>
        </p:nvSpPr>
        <p:spPr>
          <a:xfrm>
            <a:off x="3493008" y="152322"/>
            <a:ext cx="7818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Как работает платформа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35158-C9FA-BBB7-A4FB-DD67F0740C62}"/>
              </a:ext>
            </a:extLst>
          </p:cNvPr>
          <p:cNvSpPr txBox="1"/>
          <p:nvPr/>
        </p:nvSpPr>
        <p:spPr>
          <a:xfrm>
            <a:off x="0" y="1106424"/>
            <a:ext cx="5961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1️⃣  Организатор создаёт мероприятие</a:t>
            </a:r>
          </a:p>
          <a:p>
            <a:r>
              <a:rPr lang="ru-RU" sz="3200" dirty="0"/>
              <a:t>2️⃣  Участник записывается</a:t>
            </a:r>
          </a:p>
          <a:p>
            <a:r>
              <a:rPr lang="ru-RU" sz="3200" dirty="0"/>
              <a:t>3️⃣  Заявка ждёт подтверждения</a:t>
            </a:r>
          </a:p>
          <a:p>
            <a:r>
              <a:rPr lang="ru-RU" sz="3200" dirty="0"/>
              <a:t>4️⃣  Чат без звука — только текст</a:t>
            </a:r>
          </a:p>
          <a:p>
            <a:r>
              <a:rPr lang="ru-RU" sz="3200" dirty="0"/>
              <a:t>5️⃣  Визуальное уведомление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0C05E9-277A-B1E2-FA65-F4A1BD829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21188"/>
            <a:ext cx="12192000" cy="5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44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6F0222-55EA-CAD7-4FB6-7645ED48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B35456-FE8F-1228-B865-7230084BF7A5}"/>
              </a:ext>
            </a:extLst>
          </p:cNvPr>
          <p:cNvSpPr txBox="1"/>
          <p:nvPr/>
        </p:nvSpPr>
        <p:spPr>
          <a:xfrm>
            <a:off x="4370832" y="100584"/>
            <a:ext cx="931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Тестирование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EB80F-18B8-A5EA-5D7A-1521BDE7BAC4}"/>
              </a:ext>
            </a:extLst>
          </p:cNvPr>
          <p:cNvSpPr txBox="1"/>
          <p:nvPr/>
        </p:nvSpPr>
        <p:spPr>
          <a:xfrm>
            <a:off x="832104" y="1033272"/>
            <a:ext cx="108356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14 </a:t>
            </a:r>
            <a:r>
              <a:rPr lang="ru-RU" sz="2400" dirty="0" err="1"/>
              <a:t>автотестов</a:t>
            </a:r>
            <a:r>
              <a:rPr lang="ru-RU" sz="2400" dirty="0"/>
              <a:t> — все проходят✅</a:t>
            </a:r>
          </a:p>
          <a:p>
            <a:r>
              <a:rPr lang="ru-RU" sz="2400" dirty="0"/>
              <a:t>Что проверяют:</a:t>
            </a:r>
          </a:p>
          <a:p>
            <a:r>
              <a:rPr lang="ru-RU" sz="2400" dirty="0"/>
              <a:t>🔐 Регистрацию и вход</a:t>
            </a:r>
          </a:p>
          <a:p>
            <a:r>
              <a:rPr lang="ru-RU" sz="2400" dirty="0"/>
              <a:t>📅 Создание мероприятий</a:t>
            </a:r>
          </a:p>
          <a:p>
            <a:r>
              <a:rPr lang="ru-RU" sz="2400" dirty="0"/>
              <a:t>✍️ Запись на мероприятия</a:t>
            </a:r>
          </a:p>
          <a:p>
            <a:r>
              <a:rPr lang="ru-RU" sz="2400" dirty="0"/>
              <a:t>🛡️ Защиту от ошибок</a:t>
            </a:r>
          </a:p>
          <a:p>
            <a:endParaRPr lang="ru-RU" sz="2400" dirty="0"/>
          </a:p>
          <a:p>
            <a:r>
              <a:rPr lang="ru-RU" sz="2400" dirty="0"/>
              <a:t>Проверка — автоматическая при каждом изменении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61B0DC-71DA-3379-3AFF-6561B2029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28" y="4080260"/>
            <a:ext cx="10269383" cy="18862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761ADA-312B-A0E1-9595-254AA9FC2A9B}"/>
              </a:ext>
            </a:extLst>
          </p:cNvPr>
          <p:cNvSpPr txBox="1"/>
          <p:nvPr/>
        </p:nvSpPr>
        <p:spPr>
          <a:xfrm>
            <a:off x="549828" y="6031682"/>
            <a:ext cx="1042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Проверка регистрации</a:t>
            </a:r>
            <a:r>
              <a:rPr lang="en-US" dirty="0"/>
              <a:t>,</a:t>
            </a:r>
            <a:r>
              <a:rPr lang="ru-RU" dirty="0"/>
              <a:t> выдача токена</a:t>
            </a:r>
            <a:r>
              <a:rPr lang="en-US" dirty="0"/>
              <a:t>,</a:t>
            </a:r>
            <a:r>
              <a:rPr lang="ru-RU" dirty="0"/>
              <a:t> список мероприятий</a:t>
            </a:r>
            <a:r>
              <a:rPr lang="en-US" dirty="0"/>
              <a:t>,</a:t>
            </a:r>
            <a:r>
              <a:rPr lang="ru-RU" dirty="0"/>
              <a:t> организатор с токеном создаёт мероприятие</a:t>
            </a:r>
            <a:r>
              <a:rPr lang="en-US" dirty="0"/>
              <a:t>,</a:t>
            </a:r>
            <a:r>
              <a:rPr lang="ru-RU" dirty="0"/>
              <a:t> запись на мероприятие</a:t>
            </a:r>
            <a:r>
              <a:rPr lang="en-US" dirty="0"/>
              <a:t>,</a:t>
            </a:r>
            <a:r>
              <a:rPr lang="ru-RU" dirty="0"/>
              <a:t> список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1568423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ABF56A-A04A-BB04-B142-CBC65A0F8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4FF0FE-57E7-8C5D-D470-2E62C01D7943}"/>
              </a:ext>
            </a:extLst>
          </p:cNvPr>
          <p:cNvSpPr txBox="1"/>
          <p:nvPr/>
        </p:nvSpPr>
        <p:spPr>
          <a:xfrm>
            <a:off x="3474720" y="109728"/>
            <a:ext cx="6656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Что можно улучшить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B4578-C665-32AA-5E7C-F58750BA3A0D}"/>
              </a:ext>
            </a:extLst>
          </p:cNvPr>
          <p:cNvSpPr txBox="1"/>
          <p:nvPr/>
        </p:nvSpPr>
        <p:spPr>
          <a:xfrm>
            <a:off x="758952" y="1221706"/>
            <a:ext cx="102595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Сильные стороны:</a:t>
            </a:r>
          </a:p>
          <a:p>
            <a:r>
              <a:rPr lang="ru-RU" sz="2800" dirty="0"/>
              <a:t>✅  Всё для слабослышащих</a:t>
            </a:r>
          </a:p>
          <a:p>
            <a:r>
              <a:rPr lang="ru-RU" sz="2800" dirty="0"/>
              <a:t>✅  Автоматические проверки</a:t>
            </a:r>
          </a:p>
          <a:p>
            <a:r>
              <a:rPr lang="ru-RU" sz="2800" dirty="0"/>
              <a:t>✅  Работает в </a:t>
            </a:r>
            <a:r>
              <a:rPr lang="ru-RU" sz="2800" dirty="0" err="1"/>
              <a:t>Docker</a:t>
            </a:r>
            <a:r>
              <a:rPr lang="ru-RU" sz="2800" dirty="0"/>
              <a:t> (открывает сайт в локальной сети)</a:t>
            </a:r>
          </a:p>
          <a:p>
            <a:r>
              <a:rPr lang="ru-RU" sz="2800" dirty="0"/>
              <a:t>Что добавить дальше:</a:t>
            </a:r>
          </a:p>
          <a:p>
            <a:r>
              <a:rPr lang="ru-RU" sz="2800" dirty="0"/>
              <a:t>🔔  Напоминания на телефон</a:t>
            </a:r>
          </a:p>
          <a:p>
            <a:r>
              <a:rPr lang="ru-RU" sz="2800" dirty="0"/>
              <a:t>📅  Связь с календарём</a:t>
            </a:r>
          </a:p>
          <a:p>
            <a:r>
              <a:rPr lang="ru-RU" sz="2800" dirty="0"/>
              <a:t>🎬  Субтитры для видео</a:t>
            </a:r>
          </a:p>
          <a:p>
            <a:r>
              <a:rPr lang="ru-RU" sz="2800" dirty="0"/>
              <a:t>📱  Мобильное приложение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E8D2B8-74BC-BD1B-9C70-F2EA943DE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21188"/>
            <a:ext cx="12192000" cy="5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6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DC080C-17C1-E862-8010-04ADCD867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9367EE-9B18-4CE8-DCFA-4E7C43A97E37}"/>
              </a:ext>
            </a:extLst>
          </p:cNvPr>
          <p:cNvSpPr txBox="1"/>
          <p:nvPr/>
        </p:nvSpPr>
        <p:spPr>
          <a:xfrm>
            <a:off x="4462272" y="64008"/>
            <a:ext cx="714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Итоги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172A7-6CFA-79AB-B5B1-A663BB25DD9B}"/>
              </a:ext>
            </a:extLst>
          </p:cNvPr>
          <p:cNvSpPr txBox="1"/>
          <p:nvPr/>
        </p:nvSpPr>
        <p:spPr>
          <a:xfrm>
            <a:off x="1435608" y="1005840"/>
            <a:ext cx="67848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✅ Сайт работает</a:t>
            </a:r>
          </a:p>
          <a:p>
            <a:r>
              <a:rPr lang="ru-RU" sz="2800" dirty="0"/>
              <a:t>✅ Тесты проходят</a:t>
            </a:r>
          </a:p>
          <a:p>
            <a:r>
              <a:rPr lang="ru-RU" sz="2800" dirty="0"/>
              <a:t>✅ Есть документация🔗  </a:t>
            </a:r>
          </a:p>
          <a:p>
            <a:r>
              <a:rPr lang="en-US" sz="2800" dirty="0"/>
              <a:t>github.com/lva23108/</a:t>
            </a:r>
            <a:r>
              <a:rPr lang="en-US" sz="2800" dirty="0" err="1"/>
              <a:t>accessevent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E6038-0C10-D755-4E3D-B6FFD0C2051D}"/>
              </a:ext>
            </a:extLst>
          </p:cNvPr>
          <p:cNvSpPr txBox="1"/>
          <p:nvPr/>
        </p:nvSpPr>
        <p:spPr>
          <a:xfrm>
            <a:off x="3608832" y="4882896"/>
            <a:ext cx="7424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601281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362</Words>
  <Application>Microsoft Office PowerPoint</Application>
  <PresentationFormat>Широкоэкранный</PresentationFormat>
  <Paragraphs>62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AccessEvent — инклюзивная платформа мероприятий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Student_5</dc:creator>
  <cp:lastModifiedBy>Student_5</cp:lastModifiedBy>
  <cp:revision>2</cp:revision>
  <dcterms:created xsi:type="dcterms:W3CDTF">2026-10-16T08:23:08Z</dcterms:created>
  <dcterms:modified xsi:type="dcterms:W3CDTF">2026-10-16T10:40:49Z</dcterms:modified>
</cp:coreProperties>
</file>